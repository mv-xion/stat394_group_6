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Multivariate Analysis on Tanaskovi’c et al. (2012)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/ReportTit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12800" y="1193800"/>
            <a:ext cx="7531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Sampled spa water from 30 locations across Serbia.</a:t>
            </a:r>
          </a:p>
          <a:p>
            <a:pPr lvl="0"/>
            <a:r>
              <a:rPr/>
              <a:t>Measured 18 variables from 4 types of geological structure.</a:t>
            </a:r>
          </a:p>
          <a:p>
            <a:pPr lvl="0"/>
            <a:r>
              <a:rPr/>
              <a:t>12 hydrochemical variables.</a:t>
            </a:r>
          </a:p>
          <a:p>
            <a:pPr lvl="0"/>
            <a:r>
              <a:rPr/>
              <a:t>6 Radioactive Isotopes.</a:t>
            </a:r>
          </a:p>
          <a:p>
            <a:pPr lvl="0"/>
            <a:r>
              <a:rPr/>
              <a:t>Aimed to classify and group spa waters based on hydrochemical properties, radioactive isotopes, and geological structure.</a:t>
            </a:r>
          </a:p>
          <a:p>
            <a:pPr lvl="0"/>
            <a:r>
              <a:rPr/>
              <a:t>Analysed the data using Pearson correlation, PCA, and HCA.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aimed to answer the following questions about the hydrological data using quantitative and qualitative analysis methods.</a:t>
            </a:r>
          </a:p>
          <a:p>
            <a:pPr lvl="0"/>
            <a:r>
              <a:rPr/>
              <a:t>Can you improve the paper’s results using Factor Analysis in terms of model quality with parsimony?</a:t>
            </a:r>
          </a:p>
          <a:p>
            <a:pPr lvl="0"/>
            <a:r>
              <a:rPr/>
              <a:t>Are the groups identified by the dendrogram consistent with changes in the linkage and distance?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Samples Consistency Analysis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Findings - Mahalanobis</a:t>
            </a:r>
          </a:p>
          <a:p>
            <a:pPr lvl="0"/>
            <a:r>
              <a:rPr/>
              <a:t>10 surprising observations past the first two cut points.</a:t>
            </a:r>
          </a:p>
          <a:p>
            <a:pPr lvl="0"/>
            <a:r>
              <a:rPr/>
              <a:t>5 past all three.</a:t>
            </a:r>
          </a:p>
          <a:p>
            <a:pPr lvl="0"/>
            <a:r>
              <a:rPr/>
              <a:t>Observations: 1, 2, 4, 15, 16, 23, 24, 28, 29 and 30.</a:t>
            </a:r>
          </a:p>
        </p:txBody>
      </p:sp>
      <p:pic>
        <p:nvPicPr>
          <p:cNvPr descr="STAT394-Presentation_files/figure-pptx/mahalanobis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7000" y="203200"/>
            <a:ext cx="4381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/>
              <p:cNvSpPr>
                <a:spLocks noGrp="1"/>
              </p:cNvSpPr>
              <p:nvPr>
                <p:ph idx="2" sz="half" type="body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Key Findings - Pairs Plot</a:t>
                </a:r>
              </a:p>
              <a:p>
                <a:pPr lvl="0"/>
                <a:r>
                  <a:rPr/>
                  <a:t>Strong positive relationship between EC and TS.</a:t>
                </a:r>
              </a:p>
              <a:p>
                <a:pPr lvl="0"/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M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  <a:r>
                  <a:rPr/>
                  <a:t> have high right-skew.</a:t>
                </a:r>
              </a:p>
              <a:p>
                <a:pPr lvl="0"/>
                <a:r>
                  <a:rPr/>
                  <a:t>Difference in EC and TS values across surprise levels.</a:t>
                </a:r>
              </a:p>
            </p:txBody>
          </p:sp>
        </mc:Choice>
      </mc:AlternateContent>
      <p:pic>
        <p:nvPicPr>
          <p:cNvPr descr="STAT394-Presentation_files/figure-pptx/pairs-plot-surpris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7000" y="203200"/>
            <a:ext cx="4381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Multivariate Analysis on Tanaskovi’c et al. (2012)</dc:title>
  <dc:creator/>
  <cp:keywords/>
  <dcterms:created xsi:type="dcterms:W3CDTF">2026-09-24T05:11:23Z</dcterms:created>
  <dcterms:modified xsi:type="dcterms:W3CDTF">2026-09-24T05:11:23Z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ditor">
    <vt:lpwstr>visual</vt:lpwstr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